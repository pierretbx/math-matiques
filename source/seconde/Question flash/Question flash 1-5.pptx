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3" r:id="rId1"/>
  </p:sldMasterIdLst>
  <p:sldIdLst>
    <p:sldId id="259" r:id="rId2"/>
    <p:sldId id="257" r:id="rId3"/>
    <p:sldId id="261" r:id="rId4"/>
    <p:sldId id="260" r:id="rId5"/>
    <p:sldId id="258" r:id="rId6"/>
    <p:sldId id="262" r:id="rId7"/>
    <p:sldId id="264" r:id="rId8"/>
    <p:sldId id="263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65"/>
    <p:restoredTop sz="94590"/>
  </p:normalViewPr>
  <p:slideViewPr>
    <p:cSldViewPr snapToGrid="0" snapToObjects="1">
      <p:cViewPr varScale="1">
        <p:scale>
          <a:sx n="107" d="100"/>
          <a:sy n="107" d="100"/>
        </p:scale>
        <p:origin x="192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smtClean="0"/>
              <a:pPr/>
              <a:t>9/15/19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6476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smtClean="0"/>
              <a:pPr/>
              <a:t>9/15/19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362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smtClean="0"/>
              <a:pPr/>
              <a:t>9/15/19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8242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smtClean="0"/>
              <a:pPr/>
              <a:t>9/15/19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3550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9/15/19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031518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smtClean="0"/>
              <a:pPr/>
              <a:t>9/15/19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8781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smtClean="0"/>
              <a:pPr/>
              <a:t>9/15/19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1627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smtClean="0"/>
              <a:pPr/>
              <a:t>9/15/19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1156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09B482E8-6E0E-1B4F-B1FD-C69DB9E858D9}" type="datetimeFigureOut">
              <a:rPr lang="en-US" smtClean="0"/>
              <a:pPr/>
              <a:t>9/15/19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237214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smtClean="0"/>
              <a:pPr/>
              <a:t>9/15/19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98154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smtClean="0"/>
              <a:pPr/>
              <a:t>9/15/19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9661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B482E8-6E0E-1B4F-B1FD-C69DB9E858D9}" type="datetimeFigureOut">
              <a:rPr lang="en-US" smtClean="0"/>
              <a:pPr/>
              <a:t>9/15/19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5523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FE063BA8-DF47-6849-94D0-60D04D308FE9}"/>
              </a:ext>
            </a:extLst>
          </p:cNvPr>
          <p:cNvSpPr txBox="1"/>
          <p:nvPr/>
        </p:nvSpPr>
        <p:spPr>
          <a:xfrm>
            <a:off x="2351315" y="717812"/>
            <a:ext cx="871648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Ceci n’est pas une course, prenez le temps de réfléchir,  une question bien traitée sera toujours valorisée comparé à 2 questions bâclées. </a:t>
            </a:r>
          </a:p>
          <a:p>
            <a:r>
              <a:rPr lang="fr-FR" dirty="0"/>
              <a:t> </a:t>
            </a:r>
          </a:p>
          <a:p>
            <a:r>
              <a:rPr lang="fr-FR" dirty="0"/>
              <a:t>Vous disposer de 5 minutes, toute trace de recherche concrète sera prise en compte dans la notation, une réponse, même juste, ne rapporte aucun point sans justification.</a:t>
            </a:r>
          </a:p>
          <a:p>
            <a:endParaRPr lang="fr-FR" dirty="0"/>
          </a:p>
          <a:p>
            <a:r>
              <a:rPr lang="fr-FR" dirty="0"/>
              <a:t>Bon courage et ne baisser pas les bras avant la fin du temps impartie !</a:t>
            </a:r>
          </a:p>
          <a:p>
            <a:endParaRPr lang="fr-FR" dirty="0"/>
          </a:p>
          <a:p>
            <a:r>
              <a:rPr lang="fr-FR" dirty="0"/>
              <a:t>Conseils du prof : Soyez concis dans vos réponses, quelques bons arguments suffisent en général pour justifier vos réponses.</a:t>
            </a:r>
          </a:p>
        </p:txBody>
      </p:sp>
    </p:spTree>
    <p:extLst>
      <p:ext uri="{BB962C8B-B14F-4D97-AF65-F5344CB8AC3E}">
        <p14:creationId xmlns:p14="http://schemas.microsoft.com/office/powerpoint/2010/main" val="1614726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500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DC228B-27AA-634E-B03D-4B8BEC795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Question Flash n°1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ZoneTexte 3">
                <a:extLst>
                  <a:ext uri="{FF2B5EF4-FFF2-40B4-BE49-F238E27FC236}">
                    <a16:creationId xmlns:a16="http://schemas.microsoft.com/office/drawing/2014/main" id="{CF3815F9-39EC-404D-8A54-5645FA946BA3}"/>
                  </a:ext>
                </a:extLst>
              </p:cNvPr>
              <p:cNvSpPr txBox="1"/>
              <p:nvPr/>
            </p:nvSpPr>
            <p:spPr>
              <a:xfrm>
                <a:off x="809999" y="2689760"/>
                <a:ext cx="9402780" cy="269663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342900" indent="-342900">
                  <a:buAutoNum type="arabicParenR"/>
                </a:pPr>
                <a:r>
                  <a:rPr lang="fr-FR" sz="2800" b="0" dirty="0"/>
                  <a:t>Calculer </a:t>
                </a:r>
                <a14:m>
                  <m:oMath xmlns:m="http://schemas.openxmlformats.org/officeDocument/2006/math">
                    <m:r>
                      <a:rPr lang="fr-FR" sz="2800" b="0" i="1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fr-FR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fr-FR" sz="2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fr-FR" sz="28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fr-FR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fr-FR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fr-FR" sz="2800" b="0" dirty="0"/>
              </a:p>
              <a:p>
                <a:pPr marL="342900" indent="-342900">
                  <a:buAutoNum type="arabicParenR"/>
                </a:pPr>
                <a:r>
                  <a:rPr lang="fr-FR" sz="2800" dirty="0"/>
                  <a:t>Calculer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fr-FR" sz="2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fr-FR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fr-FR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fr-F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fr-FR" sz="2800" dirty="0">
                  <a:ea typeface="Cambria Math" panose="02040503050406030204" pitchFamily="18" charset="0"/>
                </a:endParaRPr>
              </a:p>
              <a:p>
                <a:pPr marL="342900" indent="-342900">
                  <a:buAutoNum type="arabicParenR"/>
                </a:pPr>
                <a:r>
                  <a:rPr lang="fr-FR" sz="2800" dirty="0"/>
                  <a:t>Déterminer </a:t>
                </a:r>
                <a14:m>
                  <m:oMath xmlns:m="http://schemas.openxmlformats.org/officeDocument/2006/math">
                    <m:r>
                      <a:rPr lang="fr-FR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fr-FR" sz="2800" b="0" i="1" smtClean="0">
                        <a:latin typeface="Cambria Math" panose="02040503050406030204" pitchFamily="18" charset="0"/>
                      </a:rPr>
                      <m:t> ∈</m:t>
                    </m:r>
                    <m:r>
                      <a:rPr lang="fr-FR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  <m:r>
                      <a:rPr lang="fr-FR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2800" b="0" dirty="0"/>
                  <a:t>tel que </a:t>
                </a:r>
                <a14:m>
                  <m:oMath xmlns:m="http://schemas.openxmlformats.org/officeDocument/2006/math">
                    <m:r>
                      <a:rPr lang="fr-FR" sz="28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fr-FR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fr-FR" sz="2800" b="0" i="1" smtClean="0">
                        <a:latin typeface="Cambria Math" panose="02040503050406030204" pitchFamily="18" charset="0"/>
                      </a:rPr>
                      <m:t>+2=0</m:t>
                    </m:r>
                  </m:oMath>
                </a14:m>
                <a:endParaRPr lang="fr-FR" sz="2800" b="0" dirty="0"/>
              </a:p>
              <a:p>
                <a:pPr marL="342900" indent="-342900">
                  <a:buAutoNum type="arabicParenR"/>
                </a:pPr>
                <a:r>
                  <a:rPr lang="fr-FR" sz="2800" dirty="0"/>
                  <a:t>Simplifier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800" b="0" i="1" smtClean="0">
                            <a:latin typeface="Cambria Math" panose="02040503050406030204" pitchFamily="18" charset="0"/>
                          </a:rPr>
                          <m:t>84</m:t>
                        </m:r>
                      </m:num>
                      <m:den>
                        <m:r>
                          <a:rPr lang="fr-FR" sz="2800" b="0" i="1" smtClean="0">
                            <a:latin typeface="Cambria Math" panose="02040503050406030204" pitchFamily="18" charset="0"/>
                          </a:rPr>
                          <m:t>56</m:t>
                        </m:r>
                      </m:den>
                    </m:f>
                  </m:oMath>
                </a14:m>
                <a:endParaRPr lang="fr-FR" sz="2800" b="0" dirty="0"/>
              </a:p>
              <a:p>
                <a:pPr marL="342900" indent="-342900">
                  <a:buAutoNum type="arabicParenR"/>
                </a:pPr>
                <a:endParaRPr lang="fr-FR" sz="2800" dirty="0"/>
              </a:p>
            </p:txBody>
          </p:sp>
        </mc:Choice>
        <mc:Fallback xmlns="">
          <p:sp>
            <p:nvSpPr>
              <p:cNvPr id="4" name="ZoneTexte 3">
                <a:extLst>
                  <a:ext uri="{FF2B5EF4-FFF2-40B4-BE49-F238E27FC236}">
                    <a16:creationId xmlns:a16="http://schemas.microsoft.com/office/drawing/2014/main" id="{CF3815F9-39EC-404D-8A54-5645FA946B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999" y="2689760"/>
                <a:ext cx="9402780" cy="2696636"/>
              </a:xfrm>
              <a:prstGeom prst="rect">
                <a:avLst/>
              </a:prstGeom>
              <a:blipFill>
                <a:blip r:embed="rId2"/>
                <a:stretch>
                  <a:fillRect l="-2159" t="-93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2712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6500" advClick="0" advTm="300000"/>
    </mc:Choice>
    <mc:Fallback xmlns="">
      <p:transition spd="slow" advClick="0" advTm="300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FE063BA8-DF47-6849-94D0-60D04D308FE9}"/>
              </a:ext>
            </a:extLst>
          </p:cNvPr>
          <p:cNvSpPr txBox="1"/>
          <p:nvPr/>
        </p:nvSpPr>
        <p:spPr>
          <a:xfrm>
            <a:off x="2363190" y="3158836"/>
            <a:ext cx="8716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Fin des questions flashs, posez vos stylos et n’oubliez pas votre nom sur la copie.</a:t>
            </a:r>
          </a:p>
        </p:txBody>
      </p:sp>
    </p:spTree>
    <p:extLst>
      <p:ext uri="{BB962C8B-B14F-4D97-AF65-F5344CB8AC3E}">
        <p14:creationId xmlns:p14="http://schemas.microsoft.com/office/powerpoint/2010/main" val="3176302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DC228B-27AA-634E-B03D-4B8BEC795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Question Flash n°2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D29F718-2FCD-A54C-B961-AF195CE813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999" y="2045055"/>
            <a:ext cx="6508255" cy="3725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091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6500" advClick="0" advTm="300000"/>
    </mc:Choice>
    <mc:Fallback xmlns="">
      <p:transition spd="slow" advClick="0" advTm="300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FE063BA8-DF47-6849-94D0-60D04D308FE9}"/>
              </a:ext>
            </a:extLst>
          </p:cNvPr>
          <p:cNvSpPr txBox="1"/>
          <p:nvPr/>
        </p:nvSpPr>
        <p:spPr>
          <a:xfrm>
            <a:off x="2363190" y="3158836"/>
            <a:ext cx="8716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Fin des questions flashs, posez vos stylos et n’oubliez pas votre nom sur la copie.</a:t>
            </a:r>
          </a:p>
        </p:txBody>
      </p:sp>
    </p:spTree>
    <p:extLst>
      <p:ext uri="{BB962C8B-B14F-4D97-AF65-F5344CB8AC3E}">
        <p14:creationId xmlns:p14="http://schemas.microsoft.com/office/powerpoint/2010/main" val="1831753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DC228B-27AA-634E-B03D-4B8BEC795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3335" y="804519"/>
            <a:ext cx="3371519" cy="1356790"/>
          </a:xfrm>
        </p:spPr>
        <p:txBody>
          <a:bodyPr>
            <a:normAutofit fontScale="90000"/>
          </a:bodyPr>
          <a:lstStyle/>
          <a:p>
            <a:r>
              <a:rPr lang="fr-FR" dirty="0"/>
              <a:t>Question Flash n°3</a:t>
            </a:r>
            <a:br>
              <a:rPr lang="fr-FR" dirty="0"/>
            </a:b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D29F718-2FCD-A54C-B961-AF195CE813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1" y="0"/>
            <a:ext cx="7637227" cy="6044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284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6500" advClick="0" advTm="300000"/>
    </mc:Choice>
    <mc:Fallback xmlns="">
      <p:transition spd="slow" advClick="0" advTm="300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FE063BA8-DF47-6849-94D0-60D04D308FE9}"/>
              </a:ext>
            </a:extLst>
          </p:cNvPr>
          <p:cNvSpPr txBox="1"/>
          <p:nvPr/>
        </p:nvSpPr>
        <p:spPr>
          <a:xfrm>
            <a:off x="2363190" y="3158836"/>
            <a:ext cx="8716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Fin des questions flashs, posez vos stylos et n’oubliez pas votre nom sur la copie.</a:t>
            </a:r>
          </a:p>
        </p:txBody>
      </p:sp>
    </p:spTree>
    <p:extLst>
      <p:ext uri="{BB962C8B-B14F-4D97-AF65-F5344CB8AC3E}">
        <p14:creationId xmlns:p14="http://schemas.microsoft.com/office/powerpoint/2010/main" val="40435441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DC228B-27AA-634E-B03D-4B8BEC795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3943" y="804519"/>
            <a:ext cx="4000911" cy="1582421"/>
          </a:xfrm>
        </p:spPr>
        <p:txBody>
          <a:bodyPr/>
          <a:lstStyle/>
          <a:p>
            <a:r>
              <a:rPr lang="fr-FR" dirty="0"/>
              <a:t>Question Flash n°4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D29F718-2FCD-A54C-B961-AF195CE813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6828312" cy="6854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536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6500" advClick="0" advTm="300000"/>
    </mc:Choice>
    <mc:Fallback xmlns="">
      <p:transition spd="slow" advClick="0" advTm="300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FE063BA8-DF47-6849-94D0-60D04D308FE9}"/>
              </a:ext>
            </a:extLst>
          </p:cNvPr>
          <p:cNvSpPr txBox="1"/>
          <p:nvPr/>
        </p:nvSpPr>
        <p:spPr>
          <a:xfrm>
            <a:off x="2363190" y="3158836"/>
            <a:ext cx="8716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Fin des questions flashs, posez vos stylos et n’oubliez pas votre nom sur la copie.</a:t>
            </a:r>
          </a:p>
        </p:txBody>
      </p:sp>
    </p:spTree>
    <p:extLst>
      <p:ext uri="{BB962C8B-B14F-4D97-AF65-F5344CB8AC3E}">
        <p14:creationId xmlns:p14="http://schemas.microsoft.com/office/powerpoint/2010/main" val="29694018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DC228B-27AA-634E-B03D-4B8BEC795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3943" y="804519"/>
            <a:ext cx="4000911" cy="1582421"/>
          </a:xfrm>
        </p:spPr>
        <p:txBody>
          <a:bodyPr/>
          <a:lstStyle/>
          <a:p>
            <a:r>
              <a:rPr lang="fr-FR" dirty="0"/>
              <a:t>Question Flash n°5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D29F718-2FCD-A54C-B961-AF195CE813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20748"/>
            <a:ext cx="6939672" cy="5156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239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6500" advClick="0" advTm="300000"/>
    </mc:Choice>
    <mc:Fallback xmlns="">
      <p:transition spd="slow" advClick="0" advTm="300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5C671A28-45D7-2B4A-AE39-3686FEE2DE82}"/>
              </a:ext>
            </a:extLst>
          </p:cNvPr>
          <p:cNvSpPr txBox="1"/>
          <p:nvPr/>
        </p:nvSpPr>
        <p:spPr>
          <a:xfrm>
            <a:off x="1508166" y="1983179"/>
            <a:ext cx="624642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Essentiellement des rappels de collège: </a:t>
            </a:r>
          </a:p>
          <a:p>
            <a:endParaRPr lang="fr-FR" dirty="0"/>
          </a:p>
          <a:p>
            <a:r>
              <a:rPr lang="fr-FR" dirty="0"/>
              <a:t>1-  Fraction, et équations</a:t>
            </a:r>
          </a:p>
          <a:p>
            <a:r>
              <a:rPr lang="fr-FR" dirty="0"/>
              <a:t>II - Système et repère</a:t>
            </a:r>
          </a:p>
          <a:p>
            <a:r>
              <a:rPr lang="fr-FR" dirty="0"/>
              <a:t>III – Suite logique et Thalès</a:t>
            </a:r>
          </a:p>
          <a:p>
            <a:r>
              <a:rPr lang="fr-FR" dirty="0"/>
              <a:t>IV - Stat et réciproque de Thalès</a:t>
            </a:r>
          </a:p>
          <a:p>
            <a:r>
              <a:rPr lang="fr-FR" dirty="0"/>
              <a:t>V – Triangle et Pythagore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07877787"/>
      </p:ext>
    </p:extLst>
  </p:cSld>
  <p:clrMapOvr>
    <a:masterClrMapping/>
  </p:clrMapOvr>
</p:sld>
</file>

<file path=ppt/theme/theme1.xml><?xml version="1.0" encoding="utf-8"?>
<a:theme xmlns:a="http://schemas.openxmlformats.org/drawingml/2006/main" name="Galerie">
  <a:themeElements>
    <a:clrScheme name="Galerie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erie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erie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{D7549546-B0E3-8A4B-BF37-5FBD151C8197}tf10001119</Template>
  <TotalTime>79</TotalTime>
  <Words>241</Words>
  <Application>Microsoft Macintosh PowerPoint</Application>
  <PresentationFormat>Grand écran</PresentationFormat>
  <Paragraphs>27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5" baseType="lpstr">
      <vt:lpstr>Arial</vt:lpstr>
      <vt:lpstr>Cambria Math</vt:lpstr>
      <vt:lpstr>Gill Sans MT</vt:lpstr>
      <vt:lpstr>Galerie</vt:lpstr>
      <vt:lpstr>Présentation PowerPoint</vt:lpstr>
      <vt:lpstr>Question Flash n°1</vt:lpstr>
      <vt:lpstr>Présentation PowerPoint</vt:lpstr>
      <vt:lpstr>Question Flash n°2</vt:lpstr>
      <vt:lpstr>Présentation PowerPoint</vt:lpstr>
      <vt:lpstr>Question Flash n°3 </vt:lpstr>
      <vt:lpstr>Présentation PowerPoint</vt:lpstr>
      <vt:lpstr>Question Flash n°4</vt:lpstr>
      <vt:lpstr>Présentation PowerPoint</vt:lpstr>
      <vt:lpstr>Question Flash n°5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Microsoft Office User</dc:creator>
  <cp:lastModifiedBy>Microsoft Office User</cp:lastModifiedBy>
  <cp:revision>6</cp:revision>
  <dcterms:created xsi:type="dcterms:W3CDTF">2019-09-15T13:40:11Z</dcterms:created>
  <dcterms:modified xsi:type="dcterms:W3CDTF">2019-09-15T15:00:44Z</dcterms:modified>
</cp:coreProperties>
</file>